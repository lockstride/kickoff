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9144000" cy="5143500" type="screen16x9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8B87B9-5CFF-BACF-D712-6AF5827075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6EEC9E-0633-6FC2-A4D8-E3A8108E59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C0C9E0-3780-1803-05F8-C9AECF9589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481152" name="Title 1"/>
          <p:cNvSpPr>
            <a:spLocks noGrp="1"/>
          </p:cNvSpPr>
          <p:nvPr>
            <p:ph type="ctrTitle"/>
          </p:nvPr>
        </p:nvSpPr>
        <p:spPr bwMode="auto">
          <a:xfrm>
            <a:off x="685800" y="1597819"/>
            <a:ext cx="7772400" cy="11025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792443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1373092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0620585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2393529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5838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70960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7361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9237087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2620519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290604" name="Title 1"/>
          <p:cNvSpPr>
            <a:spLocks noGrp="1"/>
          </p:cNvSpPr>
          <p:nvPr>
            <p:ph type="title"/>
          </p:nvPr>
        </p:nvSpPr>
        <p:spPr bwMode="auto"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20380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11167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4793501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757429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030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910303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55316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4462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8991121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8577387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2055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33813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17124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7348723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30429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205627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63584380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8948953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863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23817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4817532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41707030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30174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86693935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1464814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67616" name="Title 1"/>
          <p:cNvSpPr>
            <a:spLocks noGrp="1"/>
          </p:cNvSpPr>
          <p:nvPr>
            <p:ph type="title"/>
          </p:nvPr>
        </p:nvSpPr>
        <p:spPr bwMode="auto"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7536981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630274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216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7722773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7447735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708617" name="Title 1"/>
          <p:cNvSpPr>
            <a:spLocks noGrp="1"/>
          </p:cNvSpPr>
          <p:nvPr>
            <p:ph type="title"/>
          </p:nvPr>
        </p:nvSpPr>
        <p:spPr bwMode="auto"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0885446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225675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3955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5553183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1748735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4619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6221235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243326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3996431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16160912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615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79"/>
            <a:ext cx="20574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800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79"/>
            <a:ext cx="60198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129663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1752402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18212163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88580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3700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624087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7753483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  <p:sp>
        <p:nvSpPr>
          <p:cNvPr id="175273386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0"/>
  <p:txStyles>
    <p:titleStyle>
      <a:lvl1pPr algn="ctr" defTabSz="342900" rtl="0"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>
        <a:spcBef>
          <a:spcPts val="0"/>
        </a:spcBef>
        <a:buFont typeface="Arial"/>
        <a:buChar char="–"/>
        <a:defRPr sz="21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>
        <a:spcBef>
          <a:spcPts val="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>
        <a:spcBef>
          <a:spcPts val="0"/>
        </a:spcBef>
        <a:buFont typeface="Arial"/>
        <a:buChar char="–"/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>
        <a:spcBef>
          <a:spcPts val="0"/>
        </a:spcBef>
        <a:buFont typeface="Arial"/>
        <a:buChar char="»"/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9018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/>
              <a:t>Slide Title</a:t>
            </a:r>
            <a:endParaRPr/>
          </a:p>
        </p:txBody>
      </p:sp>
      <p:sp>
        <p:nvSpPr>
          <p:cNvPr id="4804858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/>
              <a:t>Content for the slide.</a:t>
            </a:r>
            <a:endParaRPr/>
          </a:p>
        </p:txBody>
      </p:sp>
      <p:sp>
        <p:nvSpPr>
          <p:cNvPr id="15809149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06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/>
              <a:t>Second Slide</a:t>
            </a:r>
            <a:endParaRPr/>
          </a:p>
        </p:txBody>
      </p:sp>
      <p:sp>
        <p:nvSpPr>
          <p:cNvPr id="19625267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Bullet point one</a:t>
            </a:r>
            <a:endParaRPr/>
          </a:p>
          <a:p>
            <a:pPr lvl="0">
              <a:defRPr/>
            </a:pPr>
            <a:r>
              <a:rPr/>
              <a:t>Bullet point two</a:t>
            </a:r>
            <a:endParaRPr/>
          </a:p>
          <a:p>
            <a:pPr lvl="0">
              <a:defRPr/>
            </a:pPr>
            <a:r>
              <a:rPr/>
              <a:t>Bullet point three</a:t>
            </a:r>
            <a:endParaRPr/>
          </a:p>
        </p:txBody>
      </p:sp>
      <p:sp>
        <p:nvSpPr>
          <p:cNvPr id="692080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3151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/>
              <a:t>Third Slide</a:t>
            </a:r>
            <a:endParaRPr/>
          </a:p>
        </p:txBody>
      </p:sp>
      <p:graphicFrame>
        <p:nvGraphicFramePr>
          <p:cNvPr id="1185017007" name="Content Placeholder 5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457200" y="1193800"/>
          <a:ext cx="8229600" cy="33909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p>
                      <a:pPr marL="0" lvl="0" indent="0">
                        <a:buNone/>
                        <a:defRPr/>
                      </a:pPr>
                      <a:r>
                        <a:rPr/>
                        <a:t>Item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>
                        <a:buNone/>
                        <a:defRPr/>
                      </a:pPr>
                      <a:r>
                        <a:rPr/>
                        <a:t>Value</a:t>
                      </a:r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marL="0" lvl="0" indent="0">
                        <a:buNone/>
                        <a:defRPr/>
                      </a:pPr>
                      <a:r>
                        <a:rPr/>
                        <a:t>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>
                        <a:buNone/>
                        <a:defRPr/>
                      </a:pPr>
                      <a:r>
                        <a:rPr/>
                        <a:t>100</a:t>
                      </a:r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marL="0" lvl="0" indent="0">
                        <a:buNone/>
                        <a:defRPr/>
                      </a:pPr>
                      <a:r>
                        <a:rPr/>
                        <a:t>B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lvl="0" indent="0">
                        <a:buNone/>
                        <a:defRPr/>
                      </a:pPr>
                      <a:r>
                        <a:rPr/>
                        <a:t>200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319651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Lockstride Kickoff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2026-01-26T03:09:02Z</dcterms:created>
  <dcterms:modified xsi:type="dcterms:W3CDTF">2026-01-26T03:30:10Z</dcterms:modified>
</cp:coreProperties>
</file>